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42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FA43DB-BAC7-EBDF-2D36-8F273BA15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655FE3-F518-23C1-A8BF-39F90A8F8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937EA6-B6ED-1607-EF4C-FA40425FC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835D-C069-4109-A3B5-A057971135F0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71F6F6-1B90-4A73-2E85-4E97409D4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3E01DA-8BC4-1BC7-FFF4-15A229FA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5B859-772B-4C7D-AB42-E89722E3C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6893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AE45B-18D5-7383-657C-230AF709E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8BAE8C-E56F-1383-F44B-3906D0042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B714C8-9EC3-7A4E-2B52-8430CE8B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835D-C069-4109-A3B5-A057971135F0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350F02-5413-4B0F-28FE-1E73F4E9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842797-F40D-A30B-56E4-1E5D7637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5B859-772B-4C7D-AB42-E89722E3C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867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8740BB-05B1-99C9-9BDF-68DD51227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356537-084E-D90C-6AE7-93638FCDA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50BB23-2EE5-A981-776F-C8CD22850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835D-C069-4109-A3B5-A057971135F0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FB2852-A860-6392-B699-14EDB1B4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56614F-0A26-5810-5BE9-C4649A3B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5B859-772B-4C7D-AB42-E89722E3C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812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EAF4D-CE48-A851-3A09-D3593BBF0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5446C-FB1E-48EF-07F3-3CFA86D72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9A586A-146E-ED69-8D0F-02A764CDC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582EA6-1DB7-8AE1-E965-C695C6419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835D-C069-4109-A3B5-A057971135F0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9B1798-F85D-1D34-9FC7-E323281C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C2DC04-0A4F-EDD6-A326-18D971F0F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5B859-772B-4C7D-AB42-E89722E3C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883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BCEAF-7BFF-DBBD-C650-866612EA5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569346-9455-7BA8-00C7-604665307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04A534-9E10-6990-6C05-D4F2C0DBD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E0F310-7A1B-C8C7-D174-E4759691C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CC0C961-0B52-E45B-76F9-298DB0948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11F510A-67BF-A314-1FBB-DEAE0386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835D-C069-4109-A3B5-A057971135F0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6771526-EB20-B563-4EBF-2C6F4D6B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364C1DA-8CE4-7497-7D2C-E342AC0F6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5B859-772B-4C7D-AB42-E89722E3C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1614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79411-A7AF-15B1-3EAB-D455DC9C8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234FC2-6A0C-8EA5-9A6D-E9FE0B2B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835D-C069-4109-A3B5-A057971135F0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6387ED-39F3-C611-C571-792EE8F45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268539-2D59-A897-901A-0C0AB614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5B859-772B-4C7D-AB42-E89722E3C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3797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3AB7AA4-9E54-557B-1A77-F78350A16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835D-C069-4109-A3B5-A057971135F0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4008E2-FCFC-E8BB-DFEC-034BC9A9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A933D4-D225-5AF1-525F-AD5EB963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5B859-772B-4C7D-AB42-E89722E3C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16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06354-27B7-BD33-80F5-C4B225646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8A2A03-B60A-C4A3-E9E3-47C7D9F40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39B25E-4980-6525-090A-36067C6A0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B7C9D3-584F-A36C-A9FF-19C1FB66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835D-C069-4109-A3B5-A057971135F0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FF898D-3212-AD1E-FCEE-12E98996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7B1E8D-F8F3-C703-647A-C30381E7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5B859-772B-4C7D-AB42-E89722E3C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9583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CA614-8D77-343B-ED4F-3E6E06FC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E76A418-06B2-24FF-B22A-B85BF793D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C8695E-2805-27BA-F331-5787972F2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6EB5A7-B40B-A5D9-69E1-656ED42B2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835D-C069-4109-A3B5-A057971135F0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9A9BF3-9188-46E7-ADAC-22D9A4BC5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1867FA-19E7-A1B3-8451-1CF69D2C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5B859-772B-4C7D-AB42-E89722E3C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880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6E363-DC60-F11C-5072-27EABB62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2AA6A1-391A-F1C0-B2F5-E4DC3B4B6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FDB6AC-7025-40DC-4352-25662BB9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835D-C069-4109-A3B5-A057971135F0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4842E6-EFA7-0B47-28DD-5851A473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18E8E1-12AB-F277-2A31-82AFF7E2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5B859-772B-4C7D-AB42-E89722E3C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738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D9E24B-9681-2AC7-42B0-60ABAE2F1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4FD6D7-DFE7-D5D0-6D06-1FD9E1BB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4B965A-858B-6297-6DFE-20F05AF9D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835D-C069-4109-A3B5-A057971135F0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BFDCA-F391-7E46-5368-3646B0667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324C0D-FAAE-B14D-2445-500F24525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5B859-772B-4C7D-AB42-E89722E3C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227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3442A5-AEEA-45AF-2E97-7E00F0A47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35AA0C-974C-469D-350C-2197476E9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640209-96AC-348C-36C5-AD66800A1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7835D-C069-4109-A3B5-A057971135F0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682640-B64D-4F1E-6BDE-959B87B58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6BE2C2-2999-0DB7-34EE-D0EAA5B4C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5B859-772B-4C7D-AB42-E89722E3C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2234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B95D51B-1B53-EBD6-ED2A-40DFB455C600}"/>
              </a:ext>
            </a:extLst>
          </p:cNvPr>
          <p:cNvSpPr txBox="1"/>
          <p:nvPr/>
        </p:nvSpPr>
        <p:spPr>
          <a:xfrm>
            <a:off x="509954" y="345831"/>
            <a:ext cx="23230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>
                <a:latin typeface="Bahnschrift Condensed" panose="020B0502040204020203" pitchFamily="34" charset="0"/>
              </a:rPr>
              <a:t>HurryWords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683674-72ED-6E44-2E89-ABF1F059959E}"/>
              </a:ext>
            </a:extLst>
          </p:cNvPr>
          <p:cNvSpPr txBox="1"/>
          <p:nvPr/>
        </p:nvSpPr>
        <p:spPr>
          <a:xfrm>
            <a:off x="879231" y="1049215"/>
            <a:ext cx="994054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latin typeface="Bahnschrift Condensed" panose="020B0502040204020203" pitchFamily="34" charset="0"/>
              </a:rPr>
              <a:t>-Ahorcado</a:t>
            </a:r>
          </a:p>
          <a:p>
            <a:r>
              <a:rPr lang="es-ES" sz="2400">
                <a:latin typeface="Bahnschrift Condensed" panose="020B0502040204020203" pitchFamily="34" charset="0"/>
              </a:rPr>
              <a:t>-Pasapalabra</a:t>
            </a:r>
          </a:p>
          <a:p>
            <a:r>
              <a:rPr lang="es-ES" sz="2400">
                <a:latin typeface="Bahnschrift Condensed" panose="020B0502040204020203" pitchFamily="34" charset="0"/>
              </a:rPr>
              <a:t>-Cruzadas</a:t>
            </a:r>
          </a:p>
          <a:p>
            <a:r>
              <a:rPr lang="es-ES" sz="2400">
                <a:latin typeface="Bahnschrift Condensed" panose="020B0502040204020203" pitchFamily="34" charset="0"/>
              </a:rPr>
              <a:t>-Encadenadas -&gt; </a:t>
            </a:r>
            <a:r>
              <a:rPr lang="es-ES" sz="2400">
                <a:latin typeface="Bahnschrift Light Condensed" panose="020B0502040204020203" pitchFamily="34" charset="0"/>
              </a:rPr>
              <a:t>Desmenuzar 10 palabras en sus silabas iniciales y finales. Con pistas de letras</a:t>
            </a:r>
          </a:p>
          <a:p>
            <a:r>
              <a:rPr lang="es-ES" sz="2400">
                <a:latin typeface="Bahnschrift Condensed" panose="020B0502040204020203" pitchFamily="34" charset="0"/>
              </a:rPr>
              <a:t>-Aparejadas    -&gt; </a:t>
            </a:r>
            <a:r>
              <a:rPr lang="es-ES" sz="2400">
                <a:latin typeface="Bahnschrift Light Condensed" panose="020B0502040204020203" pitchFamily="34" charset="0"/>
              </a:rPr>
              <a:t>Puzzle con palabras sinónimas que se han de destapar</a:t>
            </a:r>
          </a:p>
          <a:p>
            <a:r>
              <a:rPr lang="es-ES" sz="2400">
                <a:latin typeface="Bahnschrift Condensed" panose="020B0502040204020203" pitchFamily="34" charset="0"/>
              </a:rPr>
              <a:t>-Desencontradas -&gt; </a:t>
            </a:r>
            <a:r>
              <a:rPr lang="es-ES" sz="2400">
                <a:latin typeface="Bahnschrift Light Condensed" panose="020B0502040204020203" pitchFamily="34" charset="0"/>
              </a:rPr>
              <a:t>Lo mismo pero palabras antónimas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C4462FE-4E86-C18B-CC4F-AB2461A5522A}"/>
              </a:ext>
            </a:extLst>
          </p:cNvPr>
          <p:cNvCxnSpPr/>
          <p:nvPr/>
        </p:nvCxnSpPr>
        <p:spPr>
          <a:xfrm>
            <a:off x="873369" y="1115272"/>
            <a:ext cx="0" cy="18565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0643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Panorámica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Bahnschrift Condensed</vt:lpstr>
      <vt:lpstr>Bahnschrift Light Condensed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Botello</dc:creator>
  <cp:lastModifiedBy>David Botello</cp:lastModifiedBy>
  <cp:revision>1</cp:revision>
  <dcterms:created xsi:type="dcterms:W3CDTF">2026-06-21T10:08:33Z</dcterms:created>
  <dcterms:modified xsi:type="dcterms:W3CDTF">2026-06-21T10:08:49Z</dcterms:modified>
</cp:coreProperties>
</file>